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labs/lab-07-docker-compose-stack/README-07A-compose-in-depth.md. Optional; about 60 minutes; needs Docker and the Lab 07 stack. The backup-and-restore part is the one to demo if you only have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F7E0-7ABE-D3C0-63A5-FAA693B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142F-0237-05B2-12F3-217F91D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8A94-B989-CE86-B473-001B31E2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2774-C8F6-CF95-9EEC-50ABE8A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3A74-908A-732B-B876-4A95EB6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1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EEE-04B9-E120-0146-94957BE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2CE4-A695-0D69-31DF-5D96CE2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B88-1188-3BE8-45E5-6424E0D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F9EE-6D0A-5161-4106-EF2D5AD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2E08-9004-DAD6-5C7B-6D67728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CB9-93FE-3C78-C2CD-1EAF2C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4DC-F855-6F7E-3197-E1D0866B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7E3C-9379-5904-C0DD-DF43405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7A92-7A9B-0521-8C38-040F3347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E150-1846-E660-2129-F1A4DEFC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278-2BD0-EE70-D44C-6C466190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3346-3192-E072-CC3E-594CEE99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7559-F73A-9048-366D-0C385522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ABC6-8E5B-8A84-4C69-32CE6CD8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050D9-E01B-49C8-9460-6F5A8638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6C11-4C6B-15AA-2285-B7A416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EE91-BF0E-5883-9C29-741B4A2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4D85-7DCC-A7CD-D472-98D2C558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C918-4E7F-A372-4BAA-391F29E3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AB873-2718-31C9-3728-8C87F4F3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531A2-BAA5-F9A5-BE21-3C7B39D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DEFDB-230D-CE83-B402-D2E11A1F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2F011-F841-554C-13E9-CD1FCA6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B38A-8241-5AF1-E1D8-D19FD98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7733-ACD7-FD4A-6592-369DAA24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21B1D-288F-C977-8ACF-C5536E29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56CD-B343-2A8C-0C73-50F9ADE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36C9-F557-5456-3AA5-964F4B9E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99D9-FB45-3C28-D9F9-9C272569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C3ECF-8999-FA85-C90B-2EE0715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A8C02-1511-50FF-115C-345812D0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0612-ADB5-2D26-0CFA-9616872E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C5A-4FD8-1C37-6CF8-01CFBFF5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EB4FA-791A-85B3-AEE0-260478B8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BD70-87E6-A3B1-3F07-88B09964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A4BD-D824-8817-C6B5-9A3AE2F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40EBA-26F7-09FF-10D2-A5DBCB5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1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C236-44C3-E4F7-5253-3F4FE2B4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85B9-5B38-77E5-3171-5B211769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C77A-7C07-D6B2-361D-E984CF278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184F-61F1-B3AD-5D10-037759E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CE672-B4D7-103D-F0A3-2F98747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F296-811A-3D4E-CE6F-294B4D34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C23-E6A1-546F-D81C-5B81F4AF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B1F0D-033A-B11C-34AC-3C120644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513-31F3-E91A-B68C-E18421CF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42-B8F4-72F7-D446-03A8BBD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6E9D-B2F3-54B8-EA91-BA14A3F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8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DD19F-0754-F30B-2555-3250849E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993B2-FFC8-443E-A6C0-EB1FE69F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358A-B713-776E-F05D-A7D18C5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F52E-2DC3-DFFE-7F6E-86F48AD3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48C-58C3-9F59-3903-AE7BB21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827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F3D80-4FC1-2E34-4473-3B6DE3F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773-305D-BCAD-DEE5-7EEB3AF51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06ED-6FC1-5B03-CC19-B56196C8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8EFC-0030-A53F-DA9B-FB6DB349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6021-E9A4-7227-FB69-1C6041DE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41248"/>
            <a:ext cx="2798064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1284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29ABE2"/>
                </a:solidFill>
                <a:latin typeface="Aptos"/>
              </a:rPr>
              <a:t>NOBLEPROG · DEVOPS PROFESSIONAL · UNICREDIT · DAY 3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123A5F"/>
                </a:solidFill>
                <a:latin typeface="Aptos Display"/>
              </a:rPr>
              <a:t>Lab 07A — Compose in Depth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959352"/>
            <a:ext cx="2926080" cy="0"/>
          </a:xfrm>
          <a:prstGeom prst="line">
            <a:avLst/>
          </a:prstGeom>
          <a:ln w="3175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114800"/>
            <a:ext cx="10424160" cy="402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500" b="0" i="0">
                <a:solidFill>
                  <a:srgbClr val="5A6570"/>
                </a:solidFill>
                <a:latin typeface="Aptos"/>
              </a:rPr>
              <a:t>The advanced Compose slides, for after class — merging, profiles, health gating,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137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04004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docker compose config, override files and profiles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429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33188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Health-gated startup and restart policies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721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262372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CPU, memory and log limits — and down -v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012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591556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Optional. Nothing on Day 4 onwards depends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1">
                <a:solidFill>
                  <a:srgbClr val="5A6570"/>
                </a:solidFill>
                <a:latin typeface="Aptos"/>
              </a:rPr>
              <a:t>Practise it: labs/lab-07-docker-compose-stack/README-07A-compose-in-depth.md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Compose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The file you run is not always the file you wrote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docker compose config — see what was actually merged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Override files, profiles and environments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Health-gated startup, restart policies and limits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7712" y="49149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805172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One-off commands, scaling and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The merged file is the truth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11155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docker compose config          </a:t>
            </a:r>
            <a:r>
              <a:rPr sz="1100" b="0">
                <a:solidFill>
                  <a:srgbClr val="8FBFA8"/>
                </a:solidFill>
                <a:latin typeface="Consolas"/>
              </a:rPr>
              <a:t>  # the file Compose will actually run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docker compose config --services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FBFA8"/>
                </a:solidFill>
                <a:latin typeface="Consolas"/>
              </a:rPr>
              <a:t># base, then the override, then a per-environment file: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docker compose -f compose.yaml -f compose.override.yaml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              -f compose.uat.yaml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compose.override.yaml is picked up automatically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That is why "it works for me" and CI can differ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1455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16382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3099815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Later -f wins, key by key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Scalars replace; most lists append — check with config, do not assume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415137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416966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4105655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config resolves variables too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You see the real values, which is also how secrets leak into a screenshot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515721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517550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5111495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Run it in CI before you deploy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merged file that does not parse should never reach an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720" b="1" i="0">
                <a:solidFill>
                  <a:srgbClr val="123A5F"/>
                </a:solidFill>
                <a:latin typeface="Aptos Display"/>
              </a:rPr>
              <a:t>Profiles — one file, several stacks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12724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COMPOSE.YAML  · 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487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services: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api:        { image: paytrack-api:1.0.0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db:         { image: postgres:16-alpine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pgadmin: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image: dpage/pgadmin4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profiles: ["tools"]      </a:t>
            </a:r>
            <a:r>
              <a:rPr sz="1300" b="0">
                <a:solidFill>
                  <a:srgbClr val="8FBFA8"/>
                </a:solidFill>
                <a:latin typeface="Consolas"/>
              </a:rPr>
              <a:t>  # only starts when asked for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loadtest: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image: grafana/k6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profiles: ["perf"]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docker compose up -d                </a:t>
            </a:r>
            <a:r>
              <a:rPr sz="1300" b="0">
                <a:solidFill>
                  <a:srgbClr val="8FBFA8"/>
                </a:solidFill>
                <a:latin typeface="Consolas"/>
              </a:rPr>
              <a:t>  # api + db only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docker compose --profile tools up -d</a:t>
            </a:r>
            <a:r>
              <a:rPr sz="1300" b="0">
                <a:solidFill>
                  <a:srgbClr val="8FBFA8"/>
                </a:solidFill>
                <a:latin typeface="Consolas"/>
              </a:rPr>
              <a:t>  # adds pgadmin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service with a profile is opt-in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Developer tooling stops leaking into the default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13639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15467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090672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Profiles beat commenting services out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file stays one file, and git stops showing churn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15137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16966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4105655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COMPOSE_PROFILES sets it per machine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An environment variable, so CI and a laptop can differ safely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516635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518464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5120639"/>
            <a:ext cx="3727094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Name them after intent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tools, perf, debug — not "extra1"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720" b="1" i="0">
                <a:solidFill>
                  <a:srgbClr val="123A5F"/>
                </a:solidFill>
                <a:latin typeface="Aptos Display"/>
              </a:rPr>
              <a:t>Start in the right order — actually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2263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COMPOSE.YAML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5862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services: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db: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image: postgres:16-alpine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healthcheck: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  test: ["CMD-SHELL", "pg_isready -U paytrack"]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  interval: 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  timeout: 3s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  retries: 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  start_period: 10s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depends_on: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  db: { condition: service_healthy } </a:t>
            </a:r>
            <a:r>
              <a:rPr sz="1250" b="0">
                <a:solidFill>
                  <a:srgbClr val="8FBFA8"/>
                </a:solidFill>
                <a:latin typeface="Consolas"/>
              </a:rPr>
              <a:t>  # not just "started"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  restart: unless-stopped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Plain depends_on waits for STARTED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Lab 07 shows the crash that comes from trusting it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95046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296875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04744"/>
            <a:ext cx="3727094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service_healthy waits for the healthcheck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container must define one, or there is nothing to wait for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96239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98068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916680"/>
            <a:ext cx="3727094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start_period stops early failures counting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Slow first-start databases stop being marked unhealthy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97433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9926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928616"/>
            <a:ext cx="3727094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restart: unless-stopped is the sane default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Survives a reboot; respects a deliberate docker 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3 §3.5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10" b="1" i="0">
                <a:solidFill>
                  <a:srgbClr val="123A5F"/>
                </a:solidFill>
                <a:latin typeface="Aptos Display"/>
              </a:rPr>
              <a:t>Operating a stack: the commands people miss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405762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2027" y="1828800"/>
            <a:ext cx="331873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5359" y="1828800"/>
            <a:ext cx="3002072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When you want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53165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4057627" cy="49508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docker compose run --rm api pytest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2027" y="2185416"/>
            <a:ext cx="3318739" cy="49508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one-off container, removed afterwards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5359" y="2185416"/>
            <a:ext cx="3002072" cy="49508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Tests and migrations — not `exec`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698786"/>
            <a:ext cx="10872216" cy="353350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17074"/>
            <a:ext cx="4057627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docker compose up -d --scale api=3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2027" y="2717074"/>
            <a:ext cx="3318739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Three API containers behind the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5359" y="2717074"/>
            <a:ext cx="3002072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Seeing load balancing on a laptop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52136"/>
            <a:ext cx="10872216" cy="35335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070424"/>
            <a:ext cx="4057627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docker compose logs -f --since 10m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2027" y="3070424"/>
            <a:ext cx="3318739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Follow one service, recent lines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5359" y="3070424"/>
            <a:ext cx="3002072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Incident triage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05486"/>
            <a:ext cx="10872216" cy="353350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423774"/>
            <a:ext cx="4057627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docker compose ps --format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2027" y="3423774"/>
            <a:ext cx="3318739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Machine-readable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5359" y="3423774"/>
            <a:ext cx="3002072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Scripting a smoke 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758837"/>
            <a:ext cx="10872216" cy="35335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777125"/>
            <a:ext cx="4057627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docker compose stop /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2027" y="3777125"/>
            <a:ext cx="3318739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Keeps the containers and their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5359" y="3777125"/>
            <a:ext cx="3002072" cy="31677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Pausing work for the 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112187"/>
            <a:ext cx="10872216" cy="53165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130475"/>
            <a:ext cx="4057627" cy="49508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docker compose 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2027" y="4130475"/>
            <a:ext cx="3318739" cy="49508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Removes containers and networks — keeps named volumes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5359" y="4130475"/>
            <a:ext cx="3002072" cy="49508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clean restart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43845"/>
            <a:ext cx="10872216" cy="53165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662133"/>
            <a:ext cx="4057627" cy="49508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123A5F"/>
                </a:solidFill>
                <a:latin typeface="Aptos"/>
              </a:rPr>
              <a:t>docker compose down -v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2027" y="4662133"/>
            <a:ext cx="3318739" cy="49508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🔴 Also deletes named volumes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5359" y="4662133"/>
            <a:ext cx="3002072" cy="49508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Only when you mean to lose the database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404104"/>
            <a:ext cx="265907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THE ONE TO BE CAREFUL WITH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4603" y="5394959"/>
            <a:ext cx="7911388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`down -v` is the command that deletes the data. It is one character away from the command people run every day — which is why Lab 07A makes you prove a backup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Limits and logs belong in the 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53288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COMPOSE.YAML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18928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services: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deploy: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  resources: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    limits:   { cpus: "0.50", memory: 256M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    reservations: { memory: 128M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logging: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  driver: json-file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     options: { max-size: "10m", max-file: "3"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Unlimited containers are a laptop killer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One runaway service should not take the machine with it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13639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15467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3090672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Compose v2 honours deploy.resources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No Swarm required — it maps to the same cgroup limits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415137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416966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4105655"/>
            <a:ext cx="3944538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Unbounded logs fill the disk quietly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max-size and max-file are the two-line fix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500176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502005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956047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It is the same conversation as Kubernetes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requests and limits tomorrow are this idea, with a scheduler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07A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Compose in Depth — overrides, profiles, health gating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Split the Lab 07 stack into a base file and environment overrides, gate startup on health, put limits on it, and back the database up before you destroy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Read the merged file with docker compose config — and find a value you did not expect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Split into compose.yaml + compose.override.yaml, then a UAT file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Put developer tooling behind a profile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Replace depends_on with a health-gated dependency and prove the crash is gone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Add CPU, memory and log limits, then watch them bite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Back up the volume, run down -v, and restore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stack that starts in the right order, cannot eat the laptop, and whose data you can restore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Tarsitani</dc:creator>
  <cp:lastModifiedBy>Domenico Tarsitani</cp:lastModifiedBy>
  <cp:revision>1</cp:revision>
  <dcterms:created xsi:type="dcterms:W3CDTF">2025-02-28T08:21:36Z</dcterms:created>
  <dcterms:modified xsi:type="dcterms:W3CDTF">2025-02-28T08:27:52Z</dcterms:modified>
</cp:coreProperties>
</file>