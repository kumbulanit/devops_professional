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labs/lab-06-docker-images/README-06A-builds-in-depth.md. Optional; about 60 minutes; needs Docker and the image from Lab 06. The multi-arch part needs a registry login, and is written so it can be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3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06A — Builds in Depth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build slides, for after class — the cache, BuildKit, multi-architecture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What the build cache keys on, and what invalidates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docker history, cache mounts, --target, --platform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Digest pinning, OCI labels and HEALTHCHECK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4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labs/lab-06-docker-images/README-06A-builds-in-depth.md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Builds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What the build cache actually keys on, and how to control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Reading a build: BuildKit and --progress=plain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docker history — where the megabytes went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Cache invalidation, cache mounts and --target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Multi-architecture images, digests and attestations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Watch the build, not the spinner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2298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docker build --progress=plain -t paytrack-api:plain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#1 [internal] load build definition from Dockerfile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#5 [builder 2/4] COPY requirements.txt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#6 [builder 3/4] RUN pip install -r requirements.txt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#6 CACHED                      &lt;-- the line that decides your build 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#9 [stage-1 4/5] COPY --from=builder /opt/venv /opt/venv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BuildKit is the builder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Parallel stages, better caching, and secrets that never land in a layer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87624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--progress=plain prints every line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default tidy view hides the command output you need when a build fails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4099560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CACHED is the word to look for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build that says CACHED on the dependency step is a build nobody waits for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511149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Each numbered step is one layer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numbers tell you the order BuildKit actually chose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docker history — where the megabytes went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6946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docker history paytrack-api:naive --no-trunc --format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"table {{.Size}}\t{{.CreatedBy}}"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SIZE      CREATED BY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412MB     RUN pip install -r requirements.txt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298MB     RUN apt-get install -y build-essential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1.1kB   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0B      ENV PYTHONUNBUFFERED=1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Every line is a layer, and layers only add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Deleting a file in a later layer hides it; it still ships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13639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15467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90672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Install and clean in ONE RUn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apt-get install &amp;&amp; rm -rf /var/lib/apt/lists/* must be one instruction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4151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4169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4105655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Build tools are the usual culprit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They belong in the builder stage, never in the final image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5166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5184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5120639"/>
            <a:ext cx="3944538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Compare two tags side by side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difference IS your Dockerfile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3 §3.3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What invalidates the cache — and what does not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8465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0916" y="1828800"/>
            <a:ext cx="342429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Rebuilds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9803" y="1828800"/>
            <a:ext cx="31076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5348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3846516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Edit app/src/app.py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0916" y="2185416"/>
            <a:ext cx="3424294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the COPY that brings in the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9803" y="2185416"/>
            <a:ext cx="3107628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Seconds — if the source COPY is LAST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01956"/>
            <a:ext cx="10872216" cy="53482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20244"/>
            <a:ext cx="3846516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Edit requirements.txt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916" y="2720244"/>
            <a:ext cx="3424294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the dependency install, and everything after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9803" y="2720244"/>
            <a:ext cx="3107628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Minutes — unavoidable, and 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36785"/>
            <a:ext cx="10872216" cy="334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073"/>
            <a:ext cx="3846516" cy="29765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Change a build argument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0916" y="3255073"/>
            <a:ext cx="3424294" cy="29765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the first instruction that uses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9803" y="3255073"/>
            <a:ext cx="3107628" cy="29765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Depends where ARG is consumed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571017"/>
            <a:ext cx="10872216" cy="53482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589305"/>
            <a:ext cx="3846516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New base image digest (docker build --pull)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0916" y="3589305"/>
            <a:ext cx="3424294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everything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9803" y="3589305"/>
            <a:ext cx="3107628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Full rebuild — do it on a schedule, not by accident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05846"/>
            <a:ext cx="10872216" cy="5348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24134"/>
            <a:ext cx="3846516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Reorder two independent RUN 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0916" y="4124134"/>
            <a:ext cx="3424294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the first line you moved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9803" y="4124134"/>
            <a:ext cx="3107628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Free to avoid: put the stable things first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40675"/>
            <a:ext cx="10872216" cy="53482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658963"/>
            <a:ext cx="3846516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1" i="0">
                <a:solidFill>
                  <a:srgbClr val="123A5F"/>
                </a:solidFill>
                <a:latin typeface="Aptos"/>
              </a:rPr>
              <a:t>Touch a file that .dockerignore excludes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0916" y="4658963"/>
            <a:ext cx="3424294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nothing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9803" y="4658963"/>
            <a:ext cx="3107628" cy="4982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Zero — the file never entered the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404104"/>
            <a:ext cx="1852574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ORDERING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48102" y="5394959"/>
            <a:ext cx="8717889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Copy the dependency manifest, install, and only then copy the source. Every Dockerfile in this course does that, and it is the single biggest build-time win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Cache mounts — keep the package cache between builds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53288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DOCKERFILE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8928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BFA8"/>
                </a:solidFill>
                <a:latin typeface="Consolas"/>
              </a:rPr>
              <a:t># syntax=docker/dockerfile:1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FROM python:3.12-slim AS builder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COPY requirements.txt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RUN --mount=type=cache,target=/root/.cache/pip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pip install --prefix=/opt/venv -r requirements.txt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BFA8"/>
                </a:solidFill>
                <a:latin typeface="Consolas"/>
              </a:rPr>
              <a:t># and for a secret that must NOT become a layer: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RUN --mount=type=secret,id=netrc,target=/root/.netrc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pip install -r private-requirements.txt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syntax line is required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It selects the Dockerfile frontend that understands --mount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6628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8457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2056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cache mount is not a layer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Wheels survive between builds; nothing is added to the image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01116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02945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965448"/>
            <a:ext cx="3727094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Even a changed requirements.txt is then fast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You re-resolve, but you do not re-download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9743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9926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928616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type=secret is how credentials enter a build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Passed with --secret; never written into the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One Dockerfile, many outputs: --target and --platform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57276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BFA8"/>
                </a:solidFill>
                <a:latin typeface="Consolas"/>
              </a:rPr>
              <a:t># stop at the builder stage, for a debug shell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docker build --target builder -t paytrack-api:builder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BFA8"/>
                </a:solidFill>
                <a:latin typeface="Consolas"/>
              </a:rPr>
              <a:t># build for a machine that is not yours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docker buildx build --platform linux/amd64,linux/arm64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  -t ghcr.io/&lt;you&gt;/paytrack-api:1.0.0 --push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EF4"/>
                </a:solidFill>
                <a:latin typeface="Consolas"/>
              </a:rPr>
              <a:t>docker buildx imagetools inspect ghcr.io/&lt;you&gt;/paytrack-api:1.0.0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--target builds part of the file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fastest way to inspect what the builder stage produced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723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906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26663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Multi-arch needs buildx and a registry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multi-platform result cannot be --load-ed into the local store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023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041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977639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Your laptop may not be your servers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Apple silicon builds arm64 by default; most CI runners are amd64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9743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99262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928615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imagetools inspect shows the manifest list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One tag, one digest per architecture underneath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Say what the image is: labels, healthcheck, digest pinning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DOCKERFILE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1460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FROM python:3.12-slim@sha256:6f7e2b...    </a:t>
            </a:r>
            <a:r>
              <a:rPr sz="850" b="0">
                <a:solidFill>
                  <a:srgbClr val="8FBFA8"/>
                </a:solidFill>
                <a:latin typeface="Consolas"/>
              </a:rPr>
              <a:t>  # pinned by DIGEST, not by tag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LABEL org.opencontainers.image.source="https://github.com/&lt;you&gt;/paytrack-api"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     org.opencontainers.image.revision="$GIT_SHA"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     org.opencontainers.image.licenses="MIT"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HEALTHCHECK --interval=30s --timeout=3s --start-period=5s --retries=3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 CMD python -c "import urllib.request;urllib.request.urlopen('http://localhost:8080/health')"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digest cannot be moved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Pin the base image where a rebuild must produce the same thing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01142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02971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2965704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image.source links the image to the repo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GHCR shows the package against the repository automatically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408431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410260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4038599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image.revision answers "what is running?"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One command from a running container back to a commit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515721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517550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5111495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HEALTHCHECK is what Compose gates on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Without it, depends_on can only wait for "started"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Which change makes the next build slow?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Write your answer down BEFORE the reveal.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768096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7680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Your Dockerfile copies requirements.txt, installs, then copies the source. You make each of these changes, one at a time, and rebuild.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282696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300984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55264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Fix a typo in a docstring in app/src/app.py.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3773423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791712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45992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Add one package to requirements.txt.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4264152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282440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3672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Run the same build again on a colleague's laptop, for the first time.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" y="4754880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773168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727448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Which of the three is slow, and which is slow only once?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23A5F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Which change makes the next build slow?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Your Dockerfile copies requirements.txt, installs, then copies the source. You make each of these changes, one at a time, and rebuild.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The docstring rebuilds only the source COPY and everything after it: seconds. The new package re-runs pip install: minutes, and correctly so. The colleague's first build is slow because their cache is empty — a cache mount or a registry cache makes the second one fast. You measure all three in Lab 06A.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06A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20" b="1" i="0">
                <a:solidFill>
                  <a:srgbClr val="123A5F"/>
                </a:solidFill>
                <a:latin typeface="Aptos Display"/>
              </a:rPr>
              <a:t>Builds in Depth — cache, BuildKit, multi-arch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Take the image you built in Lab 06 apart: measure the cache, keep it with a cache mount, read the layers, and build for an architecture that is not yours.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Time three rebuilds and see exactly what each one invalidates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docker history and find the megabytes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Add a cache mount and measure the difference again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Build a --target stage for debugging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Pin the base image by digest, add OCI labels and a HEALTHCHECK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Build multi-architecture with buildx and inspect the manifest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Dockerfile whose builds are fast for the right reasons, and an image that says what it 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