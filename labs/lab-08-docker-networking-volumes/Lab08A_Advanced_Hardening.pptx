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labs/lab-08-docker-networking-volumes/README-08A-hardening-and-troubleshooting.md. Optional; about 60 minutes; needs Docker. The iptables part needs sudo and is Linux-only — it is marked so delegates on Docker Desktop can read it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3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08A — Hardening and Troubleshooting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runtime slides, for after class — capabilities, limits, the network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Capabilities, no-new-privileges, read-only root, non-root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Memory limits and the OOM kill · exit 137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Published ports, NAT and DOCKER-USER · stats, events, inspect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4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labs/lab-08-docker-networking-volumes/README-08A-hardening-and-troubleshooting.md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Hardening and Troubleshooting the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flags that decide what a compromised container can do — and how to see inside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Capabilities, no-new-privileges and a read-only root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Memory and CPU limits, and the OOM 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Where published ports really go, and why UFW does not see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stats, events, inspect — and getting a shell into a distroless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3 §3.4 · MODULE 7 §7.4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runtime flags that matter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26873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3138" y="1828800"/>
            <a:ext cx="321318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What it stops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0914" y="1828800"/>
            <a:ext cx="289651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Cost of using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4268738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--cap-drop ALL --cap-add NET_BIND_SERVICE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3138" y="2185416"/>
            <a:ext cx="3213183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Almost every privileged syscall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14" y="2185416"/>
            <a:ext cx="2896517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None, once you know which caps you need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47841"/>
            <a:ext cx="10872216" cy="480713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66129"/>
            <a:ext cx="4268738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--security-opt no-new-privileges:true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3138" y="2666129"/>
            <a:ext cx="3213183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setuid binary escalating inside the 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0914" y="2666129"/>
            <a:ext cx="2896517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128554"/>
            <a:ext cx="10872216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146842"/>
            <a:ext cx="4268738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--read-only --tmpfs /tmp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3138" y="3146842"/>
            <a:ext cx="3213183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Malware writing to the image filesystem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0914" y="3146842"/>
            <a:ext cx="2896517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You must know where the app writes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609267"/>
            <a:ext cx="10872216" cy="480713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27555"/>
            <a:ext cx="4268738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--user 10001:10001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3138" y="3627555"/>
            <a:ext cx="3213183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Root inside the container being root on a mounted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914" y="3627555"/>
            <a:ext cx="2896517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File ownership must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89980"/>
            <a:ext cx="10872216" cy="302405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08268"/>
            <a:ext cx="4268738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--memory 256m --cpus 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3138" y="4108268"/>
            <a:ext cx="3213183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One container starving the host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0914" y="4108268"/>
            <a:ext cx="2896517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The app must survive an OOM kill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92385"/>
            <a:ext cx="10872216" cy="302405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410673"/>
            <a:ext cx="4268738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--pids-limit 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3138" y="4410673"/>
            <a:ext cx="3213183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fork bomb taking the machine 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0914" y="4410673"/>
            <a:ext cx="2896517" cy="26582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None for normal workloads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94790"/>
            <a:ext cx="10872216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13078"/>
            <a:ext cx="4268738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(not) -v /var/run/docker.sock:…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3138" y="4713078"/>
            <a:ext cx="3213183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🔴 Root on the host, handed 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914" y="4713078"/>
            <a:ext cx="2896517" cy="44413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Never mount it into a build or an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404104"/>
            <a:ext cx="31089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DEFENCE IN DEPTH, NOT A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8" y="5394959"/>
            <a:ext cx="7461504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These are kernel-enforced limits on a SHARED kernel. They make an escape much harder; they do not make a container a virtual machine. Multi-tenant isolation still needs a VM.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720" b="1" i="0">
                <a:solidFill>
                  <a:srgbClr val="123A5F"/>
                </a:solidFill>
                <a:latin typeface="Aptos Display"/>
              </a:rPr>
              <a:t>Prove the limits, do not trust them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4262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78612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 capabilities actually granted to the process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run --rm --cap-drop ALL alpine sh -c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"grep CapEff /proc/self/status"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CapEff:	0000000000000000        &lt;-- 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 memory limit and the kill that follows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run -d --name hog --memory 64m python:3.12-slim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python -c "b=bytearray(); [b.extend(bytes(10**7)) for _ in range(50)]"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inspect hog --format "{{.State.OOMKilled}} {{.State.ExitCode}}"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true 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CapEff 0 is the proof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kernel, not the documentation, telling you what the process may do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87624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Exit 137 is SIGKILL (128+9)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OOM killer, not your application, ended it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099560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OOMKilled: true is the one to alert on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restarting container with 137 is a limits conversation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11496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Same numbers in Kubernetes tomorrow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CrashLoopBackOff with exit 137 means exactly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Where a published port really goes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33654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docker run -d -p 8080:8080 paytrack-api:1.0.0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sudo iptables -t nat -L DOCKER -n |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DNAT  tcp  --  0.0.0.0/0  0.0.0.0/0  tcp dpt:8080 to:172.17.0.2:8080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 the chain YOUR rules must go in: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sudo iptables -I DOCKER-USER -i eth0 -p tcp --dport 8080 -j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Docker writes NAT rules for every -p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Traffic is redirected before a host firewall policy sees it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87624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UFW does not filter published ports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"firewalled" laptop can be publishing a database to the LAN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099560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DOCKER-USER is evaluated first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It is the supported place for your own rules — Docker will not rewrite it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11496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Or do not publish at all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Bind to 127.0.0.1:8080:8080, or keep the service on an internal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Seeing inside a container that has no shell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68706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docker stats --no-stream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docker events --since 10m --filter container=paytrack-api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docker inspect paytrack-api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--format "{{.State.Status}} {{.RestartCount}} {{.HostConfig.Memory}}"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 a distroless image has no sh - borrow 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docker run -it --rm --pid container:paytrack-api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--network container:paytrack-api --cap-add SYS_PTRACE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nicolaka/netshoot 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stats reads the cgroup counters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Live memory and CPU per container, no agent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0723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0906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26663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events is the container audit log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Create, start, die, oom, health_status — with timestamps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4023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4041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3977639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inspect --format asks one question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Scriptable; the whole JSON is rarely what you want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49743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499262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4928615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Join namespaces instead of adding tools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debug container with the app's network and PID view keeps the image small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3 §3.6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Reclaiming disk — what each prune deletes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0576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2027" y="1828800"/>
            <a:ext cx="342429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Deletes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0914" y="1828800"/>
            <a:ext cx="289651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Safe on a working machine?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34379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405762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container prune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27" y="2185416"/>
            <a:ext cx="3424294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Stopped 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914" y="2185416"/>
            <a:ext cx="289651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10926"/>
            <a:ext cx="10872216" cy="34379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29214"/>
            <a:ext cx="405762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image prune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2027" y="2529214"/>
            <a:ext cx="3424294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Dangling (untagged)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0914" y="2529214"/>
            <a:ext cx="289651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54724"/>
            <a:ext cx="10872216" cy="34379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873012"/>
            <a:ext cx="405762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image prune 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2027" y="2873012"/>
            <a:ext cx="3424294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Every image no container 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0914" y="2873012"/>
            <a:ext cx="289651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Costs a re-pull, nothing more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198522"/>
            <a:ext cx="10872216" cy="34379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216810"/>
            <a:ext cx="405762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builder prune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027" y="3216810"/>
            <a:ext cx="3424294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The build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914" y="3216810"/>
            <a:ext cx="2896517" cy="30722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Yes — next build is slower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542320"/>
            <a:ext cx="10872216" cy="5443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0608"/>
            <a:ext cx="405762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volume prune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2027" y="3560608"/>
            <a:ext cx="3424294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🔴 Volumes no container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0914" y="3560608"/>
            <a:ext cx="289651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NO — a stopped stack's database qualifies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86714"/>
            <a:ext cx="10872216" cy="54439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105002"/>
            <a:ext cx="405762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system prune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2027" y="4105002"/>
            <a:ext cx="3424294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Containers, networks, dangling images, build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0914" y="4105002"/>
            <a:ext cx="289651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31109"/>
            <a:ext cx="10872216" cy="5443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649397"/>
            <a:ext cx="405762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docker system prune -a --volumes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2027" y="4649397"/>
            <a:ext cx="3424294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🔴 All of the above plus every unused volume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914" y="4649397"/>
            <a:ext cx="2896517" cy="5078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Only on a machine you can rebuild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404104"/>
            <a:ext cx="1135684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HABIT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31212" y="5394959"/>
            <a:ext cx="9434779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Run `docker system df` first — it tells you which of the four buckets is actually large. Most "I am out of disk" cases are the build cache, which is the safest thing to delete.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3 · 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510" b="1" i="0">
                <a:solidFill>
                  <a:srgbClr val="123A5F"/>
                </a:solidFill>
                <a:latin typeface="Aptos Display"/>
              </a:rPr>
              <a:t>Four things teams say about containers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A0275C"/>
                </a:solidFill>
                <a:latin typeface="Aptos"/>
              </a:rPr>
              <a:t>WHAT PEOPLE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IS ACTUALLY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93976"/>
            <a:ext cx="5298948" cy="813816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“"It is isolated, so it is secure."”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93976"/>
            <a:ext cx="5298948" cy="813816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130552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It shares your kernel. One kernel bug, and --privileged or a mounted docker.sock, is the whole host.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035808"/>
            <a:ext cx="5298948" cy="813816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“"The image is small, so the attack surface is small."”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035808"/>
            <a:ext cx="5298948" cy="813816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3072384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Size and vulnerability count are different measurements. A 90 MB image can carry a critical CVE; scan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77640"/>
            <a:ext cx="5298948" cy="813816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014216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“"We can always rebuild it from the Dockerfile."”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977640"/>
            <a:ext cx="5298948" cy="813816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4014216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Not if it says FROM python:3.12-slim and apt-get install with no pins. Rebuild it next year and see.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919472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95604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“"Our firewall protects the database container."”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4919472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495604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Publishing a port writes a NAT rule that UFW never evaluates. Test it from another machine.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08A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Hardening and Troubleshooting the Runtime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Run the same image locked down, prove each control with the kernel's own output, then debug a container that has no shell.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Drop every capability and read CapEff to prove it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Run read-only with a tmpfs, and find what the app really writes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Set a memory limit, trigger the OOM kill, and read exit 137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Find the NAT rule a published port creates, and block it in DOCKER-USER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Debug with stats, events and inspect --format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Back up and restore a volume, then prune safely with docker system df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container you can defend in a review, and the commands to investigate one at 3 a.m.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