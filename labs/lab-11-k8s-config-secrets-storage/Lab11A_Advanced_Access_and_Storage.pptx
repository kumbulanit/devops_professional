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labs/lab-11-k8s-config-secrets-storage/README-11A-access-and-storage.md. Optional; about 70 minutes; needs the Lab 11 objects. The NetworkPolicy part is the one that surprises people — k3s does enforce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4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320" b="1" i="0">
                <a:solidFill>
                  <a:srgbClr val="123A5F"/>
                </a:solidFill>
                <a:latin typeface="Aptos Display"/>
              </a:rPr>
              <a:t>Lab 11A — Access, Config and Storage in Depth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access and storage slides, for after class — RBAC, Secrets, NetworkPolicy, volumes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ServiceAccounts, Roles, RoleBindings and auth can-i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What a Secret protects, and what it does not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Default-deny networking · config changes that actually apply · storage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5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labs/lab-11-k8s-config-secrets-storage/README-11A-access-and-storage.md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Access, Configuration and Storage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Who can do what, what a Secret really protects, and where the data actually lives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ServiceAccounts, Roles and RoleBindings — and auth can-i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What a Secret is, and what it is not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NetworkPolicy: default deny, then allow what you meant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Storage classes, access modes, reclaim policies and resize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80" b="1" i="0">
                <a:solidFill>
                  <a:srgbClr val="123A5F"/>
                </a:solidFill>
                <a:latin typeface="Aptos Display"/>
              </a:rPr>
              <a:t>RBAC in four objects, and one command to test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7310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20909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kubectl create serviceaccount deploy-bot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kubectl create role pod-reader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--verb=get,list,watch --resource=pods,pods/log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kubectl create rolebinding deploy-bot-can-read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--role=pod-reader --serviceaccount=paytrack-dev:deploy-bot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kubectl auth can-i list pods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--as=system:serviceaccount:paytrack-dev:deploy-bot  </a:t>
            </a:r>
            <a:r>
              <a:rPr sz="1300" b="0">
                <a:solidFill>
                  <a:srgbClr val="8FBFA8"/>
                </a:solidFill>
                <a:latin typeface="Consolas"/>
              </a:rPr>
              <a:t>  # yes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kubectl auth can-i delete deployments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--as=system:serviceaccount:paytrack-dev:deploy-bot  </a:t>
            </a:r>
            <a:r>
              <a:rPr sz="1300" b="0">
                <a:solidFill>
                  <a:srgbClr val="8FBFA8"/>
                </a:solidFill>
                <a:latin typeface="Consolas"/>
              </a:rPr>
              <a:t>  # 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Role is namespaced, ClusterRole is not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Start namespaced; reach for cluster scope only when you must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3087624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binding is the grant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Roles grant nothing on their own — the binding ties subject to role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414528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416356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4099560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auth can-i --as is the audit tool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Ask the API server what an identity may do, before an auditor does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5111496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Every pod has a ServiceAccount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default one is mounted into your pod unless you say otherwise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4 §4.6 · 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What a Secret is — and is not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268540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Belief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9806" y="1828800"/>
            <a:ext cx="3740961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5359" y="1828800"/>
            <a:ext cx="395207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What to do about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601675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2685406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"It is encrypted"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806" y="2185416"/>
            <a:ext cx="3740961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base64 only, unless the cluster enables encryption at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359" y="2185416"/>
            <a:ext cx="3952072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Turn on EncryptionConfiguration, or use an external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68803"/>
            <a:ext cx="10872216" cy="601675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87091"/>
            <a:ext cx="2685406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"Only my app can read it"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06" y="2787091"/>
            <a:ext cx="3740961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Anyone with get secret in the namespace can read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359" y="2787091"/>
            <a:ext cx="3952072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RBAC is the actual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70478"/>
            <a:ext cx="10872216" cy="601675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388766"/>
            <a:ext cx="2685406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"It is safe in git"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806" y="3388766"/>
            <a:ext cx="3740961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Secret manifest is plaintext in your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359" y="3388766"/>
            <a:ext cx="3952072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Sealed Secrets (Lab 17) or External Secrets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972153"/>
            <a:ext cx="10872216" cy="601675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90441"/>
            <a:ext cx="2685406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"Rotating it is easy"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9806" y="3990441"/>
            <a:ext cx="3740961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An env-var Secret needs a pod restart to be re-read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5359" y="3990441"/>
            <a:ext cx="3952072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Mount as a file, or trigger a rollout deliberately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73828"/>
            <a:ext cx="10872216" cy="601675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92116"/>
            <a:ext cx="2685406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"It never leaves the cluster"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9806" y="4592116"/>
            <a:ext cx="3740961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It reaches etcd, backups, and any log that echoes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5359" y="4592116"/>
            <a:ext cx="3952072" cy="56509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Treat etcd backups as secret material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404104"/>
            <a:ext cx="19421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HONEST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37713" y="5394959"/>
            <a:ext cx="8628278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A Kubernetes Secret keeps a credential out of the image and out of the manifest that defines the workload. Everything beyond that is RBAC, encryption at rest, and what you do with backups.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Default deny, then allow what you meant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3957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NETWORKPOLICY.YAML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7556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apiVersion: networking.k8s.io/v1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kind: NetworkPolicy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metadata: { name: default-deny-ingress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spec: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podSelector: {}          </a:t>
            </a:r>
            <a:r>
              <a:rPr sz="900" b="0">
                <a:solidFill>
                  <a:srgbClr val="8FBFA8"/>
                </a:solidFill>
                <a:latin typeface="Consolas"/>
              </a:rPr>
              <a:t>  # every pod in this namespace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policyTypes: [Ingress]   </a:t>
            </a:r>
            <a:r>
              <a:rPr sz="900" b="0">
                <a:solidFill>
                  <a:srgbClr val="8FBFA8"/>
                </a:solidFill>
                <a:latin typeface="Consolas"/>
              </a:rPr>
              <a:t>  # with no ingress rules = deny all inbound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spec:                      </a:t>
            </a:r>
            <a:r>
              <a:rPr sz="900" b="0">
                <a:solidFill>
                  <a:srgbClr val="8FBFA8"/>
                </a:solidFill>
                <a:latin typeface="Consolas"/>
              </a:rPr>
              <a:t>  # ... then one that allows the API to reach Postgres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podSelector: { matchLabels: { app: postgres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ingress: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  - from: [{ podSelector: { matchLabels: { app.kubernetes.io/name: paytrack-api } } 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    ports: [{ port: 5432 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Policies are additive and allow-only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There is no "deny" rule — you deny by not allowing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12724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14553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3081528"/>
            <a:ext cx="3509650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An empty podSelector means every pod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That is how a default-deny is written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39684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39867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3922776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It needs a CNI that enforces 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k3s (Flannel) does; some managed clusters need it enabled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497433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49926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4928616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Test it from a pod, not from your laptop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Policy applies to pod-to-pod traffic inside the cluster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Config changes that actually reach the process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63194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9918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FA8"/>
                </a:solidFill>
                <a:latin typeface="Consolas"/>
              </a:rPr>
              <a:t># 1. env vars from a ConfigMap are read ONCE, at start: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restart deployment/paytrack-api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FA8"/>
                </a:solidFill>
                <a:latin typeface="Consolas"/>
              </a:rPr>
              <a:t># 2. the automatic version - a checksum annotation in the pod template: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spec: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template: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metadata: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annotations: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checksum/config: "{{ sha256sum of the ConfigMap }}"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FA8"/>
                </a:solidFill>
                <a:latin typeface="Consolas"/>
              </a:rPr>
              <a:t># 3. or make it impossible to edit in place: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create configmap paytrack-config --from-file=... --dry-run=client -o yaml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FBFA8"/>
                </a:solidFill>
                <a:latin typeface="Consolas"/>
              </a:rPr>
              <a:t># ... with  immutable: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mounted ConfigMap updates in the file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Eventually — kubelet syncs it, and only if you did not use subPath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87624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subPath mounts never update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most common "my config change did nothing" cause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14528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16356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099560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env: values never update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process read them at exec time; only a restart re-reads them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5111496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checksum annotation forces a rollout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Change the config, the pod template changes, Kubernetes rolls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4 §4.7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Storage: the four decisions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257985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4250" y="1828800"/>
            <a:ext cx="289651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5360" y="1828800"/>
            <a:ext cx="4902071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Getting it wrong looks 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2579850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Which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4250" y="2185416"/>
            <a:ext cx="2896517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storageClassName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5360" y="2185416"/>
            <a:ext cx="4902071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PVC stuck Pending — no default class, or a name that does not exist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3220"/>
            <a:ext cx="10872216" cy="73609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921508"/>
            <a:ext cx="2579850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How many writers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4250" y="2921508"/>
            <a:ext cx="2896517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accessModes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5360" y="2921508"/>
            <a:ext cx="4902071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ReadWriteOnce on a multi-replica Deployment → pods stuck ContainerCreating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39311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57599"/>
            <a:ext cx="2579850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What happens on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4250" y="3657599"/>
            <a:ext cx="2896517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persistentVolumeReclaimPolicy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5360" y="3657599"/>
            <a:ext cx="4902071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Delete: the data goes with the PVC. Retain: orphaned volumes and a bill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75403"/>
            <a:ext cx="10872216" cy="73609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393691"/>
            <a:ext cx="2579850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Per-replica or shared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4250" y="4393691"/>
            <a:ext cx="2896517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volumeClaimTemplates vs a PVC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5360" y="4393691"/>
            <a:ext cx="4902071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StatefulSet needs its own volume per pod; a Deployment cannot have 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404104"/>
            <a:ext cx="19421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ONE THAT BITES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7713" y="5394959"/>
            <a:ext cx="8628278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ReadWriteOnce means one NODE, not one pod. Two replicas on the same node can share it; the moment the scheduler puts one elsewhere, that pod never starts.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11A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720" b="1" i="0">
                <a:solidFill>
                  <a:srgbClr val="123A5F"/>
                </a:solidFill>
                <a:latin typeface="Aptos Display"/>
              </a:rPr>
              <a:t>Access, Config and Storage in Depth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Grant an identity exactly what it needs and prove it, deny traffic by default and allow only what you meant, then make a config change actually reach the process.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Create a ServiceAccount, Role and RoleBinding, then test with auth can-i --as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a Secret as any namespace member can, and decide what that means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Apply a default-deny NetworkPolicy and watch the API lose the database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Allow exactly one path, and prove nothing else got in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Change a ConfigMap and see why nothing happened — then fix it two ways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Resize a PVC, and see what accessModes and reclaim policy really 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Least privilege you can demonstrate, a namespace that denies by default, and config you can roll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