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labs/lab-10-k8s-deploy-app/README-10A-debugging-and-rollouts.md. Optional; about 70 minutes; needs the Lab 09 cluster and the Lab 10 deployment. The restart-storm demo is the one to show from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F7E0-7ABE-D3C0-63A5-FAA693B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142F-0237-05B2-12F3-217F91D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8A94-B989-CE86-B473-001B31E2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2774-C8F6-CF95-9EEC-50ABE8A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3A74-908A-732B-B876-4A95EB6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1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EEE-04B9-E120-0146-94957BE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2CE4-A695-0D69-31DF-5D96CE2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B88-1188-3BE8-45E5-6424E0D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F9EE-6D0A-5161-4106-EF2D5AD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2E08-9004-DAD6-5C7B-6D67728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CB9-93FE-3C78-C2CD-1EAF2C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4DC-F855-6F7E-3197-E1D0866B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7E3C-9379-5904-C0DD-DF43405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7A92-7A9B-0521-8C38-040F3347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E150-1846-E660-2129-F1A4DEFC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278-2BD0-EE70-D44C-6C466190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3346-3192-E072-CC3E-594CEE99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7559-F73A-9048-366D-0C385522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ABC6-8E5B-8A84-4C69-32CE6CD8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050D9-E01B-49C8-9460-6F5A8638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6C11-4C6B-15AA-2285-B7A416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EE91-BF0E-5883-9C29-741B4A2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4D85-7DCC-A7CD-D472-98D2C558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C918-4E7F-A372-4BAA-391F29E3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AB873-2718-31C9-3728-8C87F4F3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531A2-BAA5-F9A5-BE21-3C7B39D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DEFDB-230D-CE83-B402-D2E11A1F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2F011-F841-554C-13E9-CD1FCA6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B38A-8241-5AF1-E1D8-D19FD98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7733-ACD7-FD4A-6592-369DAA24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21B1D-288F-C977-8ACF-C5536E29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56CD-B343-2A8C-0C73-50F9ADE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36C9-F557-5456-3AA5-964F4B9E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99D9-FB45-3C28-D9F9-9C272569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C3ECF-8999-FA85-C90B-2EE0715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A8C02-1511-50FF-115C-345812D0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0612-ADB5-2D26-0CFA-9616872E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C5A-4FD8-1C37-6CF8-01CFBFF5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EB4FA-791A-85B3-AEE0-260478B8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BD70-87E6-A3B1-3F07-88B09964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A4BD-D824-8817-C6B5-9A3AE2F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40EBA-26F7-09FF-10D2-A5DBCB5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1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C236-44C3-E4F7-5253-3F4FE2B4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85B9-5B38-77E5-3171-5B211769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C77A-7C07-D6B2-361D-E984CF278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184F-61F1-B3AD-5D10-037759E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CE672-B4D7-103D-F0A3-2F98747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F296-811A-3D4E-CE6F-294B4D34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C23-E6A1-546F-D81C-5B81F4AF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B1F0D-033A-B11C-34AC-3C120644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513-31F3-E91A-B68C-E18421CF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42-B8F4-72F7-D446-03A8BBD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6E9D-B2F3-54B8-EA91-BA14A3F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8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DD19F-0754-F30B-2555-3250849E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993B2-FFC8-443E-A6C0-EB1FE69F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358A-B713-776E-F05D-A7D18C5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F52E-2DC3-DFFE-7F6E-86F48AD3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48C-58C3-9F59-3903-AE7BB21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827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F3D80-4FC1-2E34-4473-3B6DE3F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773-305D-BCAD-DEE5-7EEB3AF51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06ED-6FC1-5B03-CC19-B56196C8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8EFC-0030-A53F-DA9B-FB6DB349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6021-E9A4-7227-FB69-1C6041DE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41248"/>
            <a:ext cx="2798064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1284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29ABE2"/>
                </a:solidFill>
                <a:latin typeface="Aptos"/>
              </a:rPr>
              <a:t>NOBLEPROG · DEVOPS PROFESSIONAL · UNICREDIT · DAY 4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123A5F"/>
                </a:solidFill>
                <a:latin typeface="Aptos Display"/>
              </a:rPr>
              <a:t>Lab 10A — Debugging and Rollouts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959352"/>
            <a:ext cx="2926080" cy="0"/>
          </a:xfrm>
          <a:prstGeom prst="line">
            <a:avLst/>
          </a:prstGeom>
          <a:ln w="3175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114800"/>
            <a:ext cx="10424160" cy="402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500" b="0" i="0">
                <a:solidFill>
                  <a:srgbClr val="5A6570"/>
                </a:solidFill>
                <a:latin typeface="Aptos"/>
              </a:rPr>
              <a:t>The advanced debugging slides, for after class — the commands you reach for at 3 a.m.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137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04004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get · describe · logs --previous · events, in that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429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33188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What each pod state means, and which command explains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721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262372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Ephemeral containers · rollout history, undo and pause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012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591556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Optional. Nothing on Day 5 onwards depends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1">
                <a:solidFill>
                  <a:srgbClr val="5A6570"/>
                </a:solidFill>
                <a:latin typeface="Aptos"/>
              </a:rPr>
              <a:t>Practise it: labs/lab-10-k8s-deploy-app/README-10A-debugging-and-rollouts.md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Debugging and Rollouts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The four commands that answer nine out of ten Kubernetes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get · describe · logs · events — in that 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What each pod state actually means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Ephemeral containers: a shell for an image that has 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7712" y="49149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805172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rollout history, undo, pause — and what a rolling update really does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The four commands, in order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6888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get pods -o wide               </a:t>
            </a:r>
            <a:r>
              <a:rPr sz="950" b="0">
                <a:solidFill>
                  <a:srgbClr val="8FBFA8"/>
                </a:solidFill>
                <a:latin typeface="Consolas"/>
              </a:rPr>
              <a:t>  # where is it, how many restarts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describe pod &lt;name&gt;            </a:t>
            </a:r>
            <a:r>
              <a:rPr sz="950" b="0">
                <a:solidFill>
                  <a:srgbClr val="8FBFA8"/>
                </a:solidFill>
                <a:latin typeface="Consolas"/>
              </a:rPr>
              <a:t>  # WHY - read the Events at the bottom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logs &lt;name&gt; --previous         </a:t>
            </a:r>
            <a:r>
              <a:rPr sz="950" b="0">
                <a:solidFill>
                  <a:srgbClr val="8FBFA8"/>
                </a:solidFill>
                <a:latin typeface="Consolas"/>
              </a:rPr>
              <a:t>  # what the CRASHED container said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get events --sort-by=.lastTimestamp | tail 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get tells you WHAT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Status, restarts, age, node — the shape of the problem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13334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15163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3087624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describe tells you WHY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Scheduling decisions, image pulls, probe failures, mount errors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414528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416356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4099560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--previous is the one people miss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current container is fine; the one that died holds the 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51572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51755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5111496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events are namespaced and expire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Roughly an hour by default — capture them before they are gone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4 §4.8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720" b="1" i="0">
                <a:solidFill>
                  <a:srgbClr val="123A5F"/>
                </a:solidFill>
                <a:latin typeface="Aptos Display"/>
              </a:rPr>
              <a:t>Pod states, and what each one means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289651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You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917" y="1828800"/>
            <a:ext cx="3424294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It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9804" y="1828800"/>
            <a:ext cx="405762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Look 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43455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289651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917" y="2185416"/>
            <a:ext cx="3424294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No node can take it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9804" y="2185416"/>
            <a:ext cx="405762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describe → Events: insufficient cpu/memory, or an unbound PVC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601682"/>
            <a:ext cx="10872216" cy="43455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19970"/>
            <a:ext cx="289651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ContainerCreating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917" y="2619970"/>
            <a:ext cx="3424294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Pulling the image, or mounting volumes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9804" y="2619970"/>
            <a:ext cx="405762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describe → Events; a stuck mount is usually a missing Secret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36236"/>
            <a:ext cx="10872216" cy="43455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054524"/>
            <a:ext cx="289651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ImagePullBackOff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917" y="3054524"/>
            <a:ext cx="3424294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The registry said 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9804" y="3054524"/>
            <a:ext cx="405762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The image name, the tag, and whether the pull secret exists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70790"/>
            <a:ext cx="10872216" cy="27853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489078"/>
            <a:ext cx="2896517" cy="24195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CrashLoopBackOff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917" y="3489078"/>
            <a:ext cx="3424294" cy="24195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It starts, then exits, repeatedly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9804" y="3489078"/>
            <a:ext cx="4057627" cy="24195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logs --previous. The restart delay grows to 5 minutes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749325"/>
            <a:ext cx="10872216" cy="27853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767613"/>
            <a:ext cx="2896517" cy="24195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OOMKilled (exit 137)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917" y="3767613"/>
            <a:ext cx="3424294" cy="24195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It exceeded its memory limit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9804" y="3767613"/>
            <a:ext cx="4057627" cy="24195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The limit, and whether the app leaks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027860"/>
            <a:ext cx="10872216" cy="43455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046148"/>
            <a:ext cx="289651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Error (exit 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917" y="4046148"/>
            <a:ext cx="3424294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The process itself failed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9804" y="4046148"/>
            <a:ext cx="405762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logs — this is an application problem, not a cluster 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462414"/>
            <a:ext cx="10872216" cy="43455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480702"/>
            <a:ext cx="289651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Evicted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917" y="4480702"/>
            <a:ext cx="3424294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The node ran out of something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9804" y="4480702"/>
            <a:ext cx="4057627" cy="3979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describe node → conditions: DiskPressure, MemoryPressure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896969"/>
            <a:ext cx="10872216" cy="27853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915257"/>
            <a:ext cx="2896517" cy="24195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Running but not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917" y="4915257"/>
            <a:ext cx="3424294" cy="24195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The readiness probe fails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9804" y="4915257"/>
            <a:ext cx="4057627" cy="24195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It is out of the Service. describe → probe 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5404104"/>
            <a:ext cx="2479852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READY 0/1 IS NOT A CRASH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5380" y="5394959"/>
            <a:ext cx="8090611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A pod can be Running and still receive no traffic, because readiness removed it from the EndpointSlice. That is the state people misread most often.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A shell for an image that has none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24643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18242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the production image is distroless - no sh, no curl, nothing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kubectl debug -it paytrack-api-abc123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--image=nicolaka/netshoot --target=api -- bash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a copy of the pod, with a shell, that does NOT take traffic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kubectl debug paytrack-api-abc123 --copy-to=debug-pod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 --image=nicolaka/netshoot --share-processes -- sleep infinity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kubectl delete pod debug-pod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An ephemeral container joins the running pod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Same network and, with --target, the same process namespace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25526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27355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209544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Nothing is added to your image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debug tooling lives and dies with the session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20624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22452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4160520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--copy-to leaves production alone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copy is not in the Service, so you can poke it safely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51572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51755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5111496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Delete the copy when you are done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It is a pod like any other and will sit there for ever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Going back is one command — if you kept the history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12679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rollout history deployment/paytrack-api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rollout history deployment/paytrack-api --revision=3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rollout undo deployment/paytrack-api            </a:t>
            </a:r>
            <a:r>
              <a:rPr sz="950" b="0">
                <a:solidFill>
                  <a:srgbClr val="8FBFA8"/>
                </a:solidFill>
                <a:latin typeface="Consolas"/>
              </a:rPr>
              <a:t>  # to the previous revision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rollout undo deployment/paytrack-api --to-revision=2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rollout pause deployment/paytrack-api </a:t>
            </a:r>
            <a:r>
              <a:rPr sz="950" b="0">
                <a:solidFill>
                  <a:srgbClr val="8FBFA8"/>
                </a:solidFill>
                <a:latin typeface="Consolas"/>
              </a:rPr>
              <a:t>  # stop mid-rollout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kubectl rollout resume deployment/paytrack-api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revision is a ReplicaSet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Kubernetes keeps old ones so "undo" is a scale-up, not a rebuild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07238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9067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026663"/>
            <a:ext cx="3727094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revisionHistoryLimit decides how far back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Default 10. Set it to 0 and undo has nothing to go to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20624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22452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4160520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pause is the manual canary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Change the image, let some pods roll, watch, then resume or undo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51572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51755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5111496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undo is faster than a pipeline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Minutes of CI versus seconds of scheduler — know 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4 §4.4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39" b="1" i="0">
                <a:solidFill>
                  <a:srgbClr val="123A5F"/>
                </a:solidFill>
                <a:latin typeface="Aptos Display"/>
              </a:rPr>
              <a:t>The three probes, and the failure each one causes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215762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028" y="1828800"/>
            <a:ext cx="3424294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When it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0915" y="1828800"/>
            <a:ext cx="47965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The failure mode you will meet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7360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2157628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liveness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028" y="2185416"/>
            <a:ext cx="3424294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The container is RESTARTED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915" y="2185416"/>
            <a:ext cx="4796516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Probe hits a slow dependency → every replica restarts at once → outage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3220"/>
            <a:ext cx="10872216" cy="73609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921508"/>
            <a:ext cx="2157628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028" y="2921508"/>
            <a:ext cx="3424294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The pod leaves the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0915" y="2921508"/>
            <a:ext cx="4796516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database blip takes all pods out of the EndpointSlice → 503 with pods "Running"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39311"/>
            <a:ext cx="10872216" cy="7360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657599"/>
            <a:ext cx="2157628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startup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028" y="3657599"/>
            <a:ext cx="3424294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The container is restarted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0915" y="3657599"/>
            <a:ext cx="4796516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Missing on a slow starter → liveness kills it before it ever finishes booting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75403"/>
            <a:ext cx="10872216" cy="73609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393691"/>
            <a:ext cx="2157628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(none)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2028" y="4393691"/>
            <a:ext cx="3424294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Nothing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0915" y="4393691"/>
            <a:ext cx="4796516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Traffic is sent to a process that is still loading — the default until you add them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404104"/>
            <a:ext cx="104607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THE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41601" y="5394959"/>
            <a:ext cx="952439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Liveness must test the PROCESS, never its dependencies. Readiness may test dependencies. If your liveness probe queries the database, one slow query restarts the whole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PREDICT  ·  3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80" b="1" i="0">
                <a:solidFill>
                  <a:srgbClr val="123A5F"/>
                </a:solidFill>
                <a:latin typeface="Aptos Display"/>
              </a:rPr>
              <a:t>The database gets slow. What does Kubernetes do?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960120" cy="310896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4228"/>
            <a:ext cx="9601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1815084"/>
            <a:ext cx="96834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Write your answer down BEFORE the reveal.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58568"/>
            <a:ext cx="10872216" cy="768096"/>
          </a:xfrm>
          <a:prstGeom prst="rect">
            <a:avLst/>
          </a:prstGeom>
          <a:solidFill>
            <a:srgbClr val="ECF1F6"/>
          </a:solidFill>
          <a:ln w="12700">
            <a:solidFill>
              <a:srgbClr val="12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58568"/>
            <a:ext cx="68580" cy="768096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313432"/>
            <a:ext cx="10396728" cy="6583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123A5F"/>
                </a:solidFill>
                <a:latin typeface="Aptos"/>
              </a:rPr>
              <a:t>Your liveness probe calls /health, which runs SELECT 1 against PostgreSQL. The database has a thirty-second stall.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3282696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300984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55264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Write down what happens to one pod.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3922775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941063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895344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Then write down what happens to all six replicas at the same moment.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" y="4562855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581144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535424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Does the deployment recover on its own when the database does?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59552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1">
                <a:solidFill>
                  <a:srgbClr val="123A5F"/>
                </a:solidFill>
                <a:latin typeface="Aptos"/>
              </a:rPr>
              <a:t>Answers on the next slide — commit to yours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PREDICT  · 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80" b="1" i="0">
                <a:solidFill>
                  <a:srgbClr val="123A5F"/>
                </a:solidFill>
                <a:latin typeface="Aptos Display"/>
              </a:rPr>
              <a:t>The database gets slow. What does Kubernetes do?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9494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4864" cy="694944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415016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5A6570"/>
                </a:solidFill>
                <a:latin typeface="Aptos"/>
              </a:rPr>
              <a:t>Your liveness probe calls /health, which runs SELECT 1 against PostgreSQL. The database has a thirty-second stall.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52344"/>
            <a:ext cx="10872216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52344"/>
            <a:ext cx="73152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16936"/>
            <a:ext cx="1032357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29ABE2"/>
                </a:solidFill>
                <a:latin typeface="Aptos"/>
              </a:rPr>
              <a:t>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282696"/>
            <a:ext cx="9774936" cy="24048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2100" b="0" i="0">
                <a:solidFill>
                  <a:srgbClr val="FFFFFF"/>
                </a:solidFill>
                <a:latin typeface="Aptos"/>
              </a:rPr>
              <a:t>Every liveness probe times out together, so every container is killed together — a full outage caused by a slow query, not a failed one. They restart, hit the same stall, and enter CrashLoopBackOff with a growing back-off. Readiness would have removed them from the Service and let them return quietly. You build both probes and break them in Lab 10A.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10A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160" b="1" i="0">
                <a:solidFill>
                  <a:srgbClr val="123A5F"/>
                </a:solidFill>
                <a:latin typeface="Aptos Display"/>
              </a:rPr>
              <a:t>Debugging and Rollouts — the 3 a.m. commands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0" i="0">
                <a:solidFill>
                  <a:srgbClr val="123A5F"/>
                </a:solidFill>
                <a:latin typeface="Aptos"/>
              </a:rPr>
              <a:t>Break the deployment six ways on purpose, diagnose each from the cluster's own output, and roll back a bad release in one command.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Produce Pending, ImagePullBackOff, CrashLoopBackOff, OOMKilled and Running-but-not-Ready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Read each one with get, describe, logs --previous and events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Get a shell into the distroless image with kubectl debug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Turn a liveness probe into a restart storm, then fix it with readiness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Roll out a bad image, watch maxSurge and maxUnavailable, and undo it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Pause a rollout half-way and decide from real output whether to resume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The six failures you will actually meet, and the command that explains each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Tarsitani</dc:creator>
  <cp:lastModifiedBy>Domenico Tarsitani</cp:lastModifiedBy>
  <cp:revision>1</cp:revision>
  <dcterms:created xsi:type="dcterms:W3CDTF">2025-02-28T08:21:36Z</dcterms:created>
  <dcterms:modified xsi:type="dcterms:W3CDTF">2025-02-28T08:27:52Z</dcterms:modified>
</cp:coreProperties>
</file>