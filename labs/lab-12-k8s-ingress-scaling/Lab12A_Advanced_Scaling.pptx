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labs/lab-12-k8s-ingress-scaling/README-12A-scaling-and-scheduling.md. Optional; about 70 minutes; needs the Lab 09 three-node cluster and the Lab 12 HPA. The drain deadlock is the memorable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4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12A — Scaling, Scheduling and Disruption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scaling slides, for after class — HPA behaviour, where pods land, draining a node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HPA stabilisation windows and policies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Requests, taints, affinity and topology spread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PodDisruptionBudgets and kubectl drain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5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labs/lab-12-k8s-ingress-scaling/README-12A-scaling-and-scheduling.md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Scaling, Scheduling and Disruption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Where pods land, when they multiply, and what happens when a node goes away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HPA behaviour: stabilisation windows and policies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What actually decides which node a pod lands 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Taints, tolerations, affinity and topology spread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PodDisruptionBudgets and kubectl drain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An HPA that does not flap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958218" cy="28834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958218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6043818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HPA.YAML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757050" cy="22433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apiVersion: autoscaling/v2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spec: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minReplicas: 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maxReplicas: 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metrics: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- type: Resource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  resource: { name: cpu, target: { type: Utilization, averageUtilization: 60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behavior: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scaleUp: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  stabilizationWindowSeconds: 0   </a:t>
            </a:r>
            <a:r>
              <a:rPr sz="1000" b="0">
                <a:solidFill>
                  <a:srgbClr val="8FBFA8"/>
                </a:solidFill>
                <a:latin typeface="Consolas"/>
              </a:rPr>
              <a:t>  # react to load immediately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  policies: [{ type: Percent, value: 100, periodSeconds: 30 }]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scaleDown: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  stabilizationWindowSeconds: 300 </a:t>
            </a:r>
            <a:r>
              <a:rPr sz="1000" b="0">
                <a:solidFill>
                  <a:srgbClr val="8FBFA8"/>
                </a:solidFill>
                <a:latin typeface="Consolas"/>
              </a:rPr>
              <a:t>  # wait 5 min of calm before shrinking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  policies: [{ type: Pods, value: 1, periodSeconds: 60 }]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0906" y="1764792"/>
            <a:ext cx="3639677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890906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0906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0090" y="2075688"/>
            <a:ext cx="3292205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Utilization is a percentage of REQUESTS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No requests set = no CPU target = the HPA cannot work</a:t>
            </a:r>
          </a:p>
        </p:txBody>
      </p:sp>
      <p:sp>
        <p:nvSpPr>
          <p:cNvPr id="19" name="Oval 18"/>
          <p:cNvSpPr/>
          <p:nvPr/>
        </p:nvSpPr>
        <p:spPr>
          <a:xfrm>
            <a:off x="7890906" y="313334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0906" y="315163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090" y="3087624"/>
            <a:ext cx="3292205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Scale up fast, scale down slowly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asymmetry is deliberate: a wrong scale-down costs an outage</a:t>
            </a:r>
          </a:p>
        </p:txBody>
      </p:sp>
      <p:sp>
        <p:nvSpPr>
          <p:cNvPr id="22" name="Oval 21"/>
          <p:cNvSpPr/>
          <p:nvPr/>
        </p:nvSpPr>
        <p:spPr>
          <a:xfrm>
            <a:off x="7890906" y="3962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0906" y="39806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090" y="3916680"/>
            <a:ext cx="3292205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default scaleDown window is 5 minutes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Change it only when you can explain the flapping you accept</a:t>
            </a:r>
          </a:p>
        </p:txBody>
      </p:sp>
      <p:sp>
        <p:nvSpPr>
          <p:cNvPr id="25" name="Oval 24"/>
          <p:cNvSpPr/>
          <p:nvPr/>
        </p:nvSpPr>
        <p:spPr>
          <a:xfrm>
            <a:off x="7890906" y="49743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0906" y="49926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090" y="4928616"/>
            <a:ext cx="3292205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HPA takes the HIGHEST recommendation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Add a memory metric and it will usually win — see the Day 4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510" b="1" i="0">
                <a:solidFill>
                  <a:srgbClr val="123A5F"/>
                </a:solidFill>
                <a:latin typeface="Aptos Display"/>
              </a:rPr>
              <a:t>What decides which node a pod lands 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31873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Mechanism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139" y="1828800"/>
            <a:ext cx="321318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Says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0915" y="1828800"/>
            <a:ext cx="38465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Typical 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167128"/>
            <a:ext cx="10872216" cy="476467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185416"/>
            <a:ext cx="3318739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resources.requests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33139" y="2185416"/>
            <a:ext cx="3213183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"I need this much room"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10915" y="2185416"/>
            <a:ext cx="3846516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The primary input — the scheduler packs by requests, not usage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43595"/>
            <a:ext cx="10872216" cy="31301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2661883"/>
            <a:ext cx="3318739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nodeSelector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139" y="2661883"/>
            <a:ext cx="3213183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"Only nodes with this label"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0915" y="2661883"/>
            <a:ext cx="3846516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Simple hardware or zone pinning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56614"/>
            <a:ext cx="10872216" cy="476467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974902"/>
            <a:ext cx="3318739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nodeAffinity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139" y="2974902"/>
            <a:ext cx="3213183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"Prefer / require these labels"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0915" y="2974902"/>
            <a:ext cx="3846516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Soft preferences the scheduler may ignore under pressure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433082"/>
            <a:ext cx="10872216" cy="313018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3451370"/>
            <a:ext cx="3318739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podAntiAffinity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33139" y="3451370"/>
            <a:ext cx="3213183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"Not next to my own kind"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0915" y="3451370"/>
            <a:ext cx="3846516" cy="27644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Spreading replicas across nodes for availability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46100"/>
            <a:ext cx="10872216" cy="476467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764388"/>
            <a:ext cx="3318739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topologySpreadConstraints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3139" y="3764388"/>
            <a:ext cx="3213183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"Even across zones, within a skew"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0915" y="3764388"/>
            <a:ext cx="3846516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The modern replacement for most anti-affinity rules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222568"/>
            <a:ext cx="10872216" cy="476467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240856"/>
            <a:ext cx="3318739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taints + tolerations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33139" y="4240856"/>
            <a:ext cx="3213183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"Keep off unless you tolerate this"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10915" y="4240856"/>
            <a:ext cx="3846516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Reserving nodes — GPUs, licensed software, control plane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99036"/>
            <a:ext cx="10872216" cy="476467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717324"/>
            <a:ext cx="3318739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123A5F"/>
                </a:solidFill>
                <a:latin typeface="Aptos"/>
              </a:rPr>
              <a:t>priorityClass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33139" y="4717324"/>
            <a:ext cx="3213183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"Evict someone else if you must"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0915" y="4717324"/>
            <a:ext cx="3846516" cy="439891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>Making sure the critical workload is the one that survives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404104"/>
            <a:ext cx="2569464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REQUESTS ARE THE CONTRACT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364992" y="5394959"/>
            <a:ext cx="8001000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Every other mechanism is a filter on top. A pod with no requests can be scheduled anywhere, is the first to be evicted, and is invisible to the autoscaler.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Reserve a node, and spread the replicas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5100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YAML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8699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 reserve: nothing lands here unless it tolerates the taint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kubectl taint nodes k3d-paytrack-agent-1 workload=payments:NoSchedule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spec:                    </a:t>
            </a:r>
            <a:r>
              <a:rPr sz="1050" b="0">
                <a:solidFill>
                  <a:srgbClr val="8FBFA8"/>
                </a:solidFill>
                <a:latin typeface="Consolas"/>
              </a:rPr>
              <a:t>  # ... and in the pod template: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tolerations: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  - { key: workload, operator: Equal, value: payments, effect: NoSchedule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topologySpreadConstraints: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  - maxSkew: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    topologyKey: kubernetes.io/hostname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    whenUnsatisfiable: ScheduleAnyway </a:t>
            </a:r>
            <a:r>
              <a:rPr sz="1050" b="0">
                <a:solidFill>
                  <a:srgbClr val="8FBFA8"/>
                </a:solidFill>
                <a:latin typeface="Consolas"/>
              </a:rPr>
              <a:t>  # DoNotSchedule is the strict version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    labelSelector: { matchLabels: { app.kubernetes.io/name: paytrack-api }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taint repels; a toleration permits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 toleration does not attract — pair it with affinity if you must pin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06628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08457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20568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NoSchedule, PreferNoSchedule, NoExecute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Only NoExecute evicts pods that are already running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419404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421233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4148327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maxSkew 1 means "within one"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Across nodes, zones, or any label you choose as the topology key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513892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515721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5093207"/>
            <a:ext cx="3509650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ScheduleAnyway degrades, DoNotSchedule blocks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Choose which failure you prefer at 3 a.m.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Draining a node — and the budget that protects you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YAML  ·  BASH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344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apiVersion: policy/v1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kind: PodDisruptionBudget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spec: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minAvailable: 1               </a:t>
            </a:r>
            <a:r>
              <a:rPr sz="900" b="0">
                <a:solidFill>
                  <a:srgbClr val="8FBFA8"/>
                </a:solidFill>
                <a:latin typeface="Consolas"/>
              </a:rPr>
              <a:t>  # or maxUnavailable: 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 selector: { matchLabels: { app.kubernetes.io/name: paytrack-api } 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kubectl drain k3d-paytrack-agent-0 --ignore-daemonsets --delete-emptydir-data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evicting pod paytrack-dev/paytrack-api-...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error when evicting pod ... (will retry): Cannot evict pod as it would violate the PDB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A PDB constrains VOLUNTARY disruption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Drains and node upgrades — not a crash, and not a node that dies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01142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02971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2965704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drain waits rather than breaking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That message is the budget working, not an error to force past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408431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410260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4038599"/>
            <a:ext cx="3509650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minAvailable: 1 with replicas: 1 deadlocks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Nothing can ever be evicted — the classic self-inflicted stall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515721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517550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5111495"/>
            <a:ext cx="3509650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uncordon when you are done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cordoned node stays unschedulable until you say otherwise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MODULE 4 §4.9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Four things teams say about scaling Kubernetes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9808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A0275C"/>
                </a:solidFill>
                <a:latin typeface="Aptos"/>
              </a:rPr>
              <a:t>WHAT PEOPLE SAY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3076" y="1783080"/>
            <a:ext cx="5298948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IS ACTUALLY TRUE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093976"/>
            <a:ext cx="5298948" cy="813816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130552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“"The HPA will handle the traffic."”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93976"/>
            <a:ext cx="5298948" cy="813816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130552"/>
            <a:ext cx="5024628" cy="74066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Only if requests are set, metrics-server is running, and your pods start faster than the load arrives.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3035808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07238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“"More replicas means more capacity."”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3035808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7940" y="3072384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Not if they all land on one node, or all wait on the same database connection pool.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781044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1762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“"A PodDisruptionBudget keeps us available."”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3781044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7940" y="3817620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It constrains voluntary evictions only. A node that dies takes its pods with it, budget or not.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4526280"/>
            <a:ext cx="5298948" cy="617220"/>
          </a:xfrm>
          <a:prstGeom prst="rect">
            <a:avLst/>
          </a:prstGeom>
          <a:solidFill>
            <a:srgbClr val="FAECF2"/>
          </a:solidFill>
          <a:ln w="7620">
            <a:solidFill>
              <a:srgbClr val="A027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562856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1F2933"/>
                </a:solidFill>
                <a:latin typeface="Aptos"/>
              </a:rPr>
              <a:t>“"We set limits, so we are safe."”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4526280"/>
            <a:ext cx="5298948" cy="617220"/>
          </a:xfrm>
          <a:prstGeom prst="rect">
            <a:avLst/>
          </a:prstGeom>
          <a:solidFill>
            <a:srgbClr val="E6F4F1"/>
          </a:solidFill>
          <a:ln w="762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7940" y="4562856"/>
            <a:ext cx="5024628" cy="54406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Limits without requests give the worst QoS class: first to be throttled, first to be evicted.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12A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Scaling, Scheduling and Disruption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0">
                <a:solidFill>
                  <a:srgbClr val="123A5F"/>
                </a:solidFill>
                <a:latin typeface="Aptos"/>
              </a:rPr>
              <a:t>Tune an HPA so it stops flapping, decide where pods land, and drain a node while the service stays up — then create the deadlock a bad budget causes.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Add behaviour to the HPA and watch scale-up and scale-down differ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why a pod is Pending straight from the scheduler's own events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Taint a node, tolerate it, and see the pods move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Spread replicas with topologySpreadConstraints and prove the skew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Drain a node with a PodDisruptionBudget in place and watch it protect you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Set minAvailable equal to replicas, deadlock the drain, and fix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A workload that scales sensibly, lands where you meant, and survives a node being taken away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